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7" r:id="rId4"/>
    <p:sldId id="268" r:id="rId5"/>
    <p:sldId id="271" r:id="rId6"/>
    <p:sldId id="272" r:id="rId7"/>
    <p:sldId id="269" r:id="rId8"/>
    <p:sldId id="265" r:id="rId9"/>
    <p:sldId id="266" r:id="rId10"/>
    <p:sldId id="273" r:id="rId11"/>
    <p:sldId id="274" r:id="rId12"/>
    <p:sldId id="275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8210" y="621642"/>
            <a:ext cx="10667999" cy="1602297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product (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supplier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 pt.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matahari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nusantara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logistik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4031698"/>
            <a:ext cx="8791575" cy="765010"/>
          </a:xfrm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Muhammad yusron</a:t>
            </a:r>
          </a:p>
          <a:p>
            <a:pPr algn="ctr">
              <a:lnSpc>
                <a:spcPct val="110000"/>
              </a:lnSpc>
            </a:pP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19026909</a:t>
            </a:r>
          </a:p>
          <a:p>
            <a:pPr algn="ctr">
              <a:lnSpc>
                <a:spcPct val="110000"/>
              </a:lnSpc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332" y="2195679"/>
            <a:ext cx="2143925" cy="1891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37651" y="4863462"/>
            <a:ext cx="6469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DOSEN PEMBIMBING : MUHAMMAD NUR FADILLAH, </a:t>
            </a:r>
            <a:r>
              <a:rPr lang="en-US" dirty="0" err="1" smtClean="0"/>
              <a:t>SPt</a:t>
            </a:r>
            <a:r>
              <a:rPr lang="en-US" dirty="0" smtClean="0"/>
              <a:t>,. ME,.</a:t>
            </a:r>
          </a:p>
          <a:p>
            <a:pPr algn="ctr"/>
            <a:r>
              <a:rPr lang="en-US" dirty="0" smtClean="0"/>
              <a:t>NIDN : 0409108104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908736" y="5548974"/>
            <a:ext cx="64691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PROGRAM STUDI SISTEM INFORMASI</a:t>
            </a:r>
            <a:r>
              <a:rPr lang="en-US" b="1" dirty="0"/>
              <a:t>/</a:t>
            </a:r>
            <a:r>
              <a:rPr lang="en-US" dirty="0"/>
              <a:t>TEKNIK INFORMATIKA</a:t>
            </a:r>
            <a:br>
              <a:rPr lang="en-US" dirty="0"/>
            </a:br>
            <a:r>
              <a:rPr lang="en-US" dirty="0"/>
              <a:t>FAKULTAS TEKNIK DAN ILMU KOMPUTER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UNIVERSITAS MUHAMMADIYAH BANTEN</a:t>
            </a:r>
            <a:endParaRPr lang="en-US" dirty="0"/>
          </a:p>
          <a:p>
            <a:pPr algn="ctr"/>
            <a:r>
              <a:rPr lang="en-US" dirty="0" smtClean="0"/>
              <a:t>2022</a:t>
            </a:r>
            <a:endParaRPr lang="en-US" dirty="0"/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97176" y="76305"/>
            <a:ext cx="8791575" cy="484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SIDANG SKRIPSI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76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615" y="114007"/>
            <a:ext cx="9905998" cy="737329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297" y="783293"/>
            <a:ext cx="11707495" cy="2290983"/>
          </a:xfrm>
        </p:spPr>
        <p:txBody>
          <a:bodyPr>
            <a:normAutofit/>
          </a:bodyPr>
          <a:lstStyle/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Penghitungan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penentuan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manul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Proses manual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memakan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Proses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penentuan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8951" y="3482586"/>
            <a:ext cx="9905998" cy="737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Formulation problem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3633" y="4151872"/>
            <a:ext cx="11707495" cy="2290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penentuan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penghematan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Menerapkan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40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615" y="114007"/>
            <a:ext cx="9905998" cy="737329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Scope problems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297" y="783293"/>
            <a:ext cx="11707495" cy="4903132"/>
          </a:xfrm>
        </p:spPr>
        <p:txBody>
          <a:bodyPr>
            <a:normAutofit fontScale="92500" lnSpcReduction="10000"/>
          </a:bodyPr>
          <a:lstStyle/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Fokus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support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kecepatan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relevan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penentuan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dipangkatkan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optimal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product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73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615" y="114007"/>
            <a:ext cx="9905998" cy="737329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purpose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297" y="783293"/>
            <a:ext cx="11707495" cy="2699293"/>
          </a:xfrm>
        </p:spPr>
        <p:txBody>
          <a:bodyPr>
            <a:normAutofit fontScale="70000" lnSpcReduction="20000"/>
          </a:bodyPr>
          <a:lstStyle/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Menguji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efektifitas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product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Membangun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mengimplemetasikan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Pendekatan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product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penentuan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menghitung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78951" y="3482586"/>
            <a:ext cx="9905998" cy="737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 of research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3633" y="4151872"/>
            <a:ext cx="11707495" cy="229098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Menambah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knowledge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teori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saran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memperoleh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bias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terapkan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dijadikan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lain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84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89615" y="114007"/>
            <a:ext cx="9905998" cy="737329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74297" y="783293"/>
            <a:ext cx="11707495" cy="2290983"/>
          </a:xfrm>
        </p:spPr>
        <p:txBody>
          <a:bodyPr>
            <a:normAutofit/>
          </a:bodyPr>
          <a:lstStyle/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Product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5682" y="3434909"/>
            <a:ext cx="9905998" cy="737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26697" y="4082932"/>
            <a:ext cx="11707495" cy="2775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Melihat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fenomena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merunut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pendekatan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dikembangkan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Product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berbasis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28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297" y="215721"/>
            <a:ext cx="11707495" cy="6421562"/>
          </a:xfrm>
        </p:spPr>
        <p:txBody>
          <a:bodyPr>
            <a:normAutofit fontScale="70000" lnSpcReduction="20000"/>
          </a:bodyPr>
          <a:lstStyle/>
          <a:p>
            <a:r>
              <a:rPr lang="en-US" sz="6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US" sz="6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konsep</a:t>
            </a:r>
            <a:r>
              <a:rPr lang="en-US" sz="6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6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endParaRPr lang="en-US" sz="6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spesifik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membantu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berkaitan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persoalan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bersifat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terstruktur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efektif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namun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mengganti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pengambil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Weighted Product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penyelesaian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keputusannya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perkalian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lalu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pemangkatan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menghemat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penentuan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alternatifnya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diartikan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pihak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bertugas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menyuplai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bahan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dasar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komponen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produksi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sebuah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92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615" y="114007"/>
            <a:ext cx="9905998" cy="737329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method weighted product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297" y="797582"/>
            <a:ext cx="11707495" cy="2617132"/>
          </a:xfrm>
        </p:spPr>
        <p:txBody>
          <a:bodyPr>
            <a:normAutofit fontScale="85000" lnSpcReduction="20000"/>
          </a:bodyPr>
          <a:lstStyle/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Menghemat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pengambilan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keputusan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multi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(MCDM)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menentukan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factor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manfaat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perkalian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alternatif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bobot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kriteria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27727" y="3852587"/>
            <a:ext cx="9905998" cy="737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4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Matahari</a:t>
            </a:r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nusantara</a:t>
            </a:r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logistik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6697" y="4514850"/>
            <a:ext cx="11707495" cy="230982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penghitungan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WP di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case 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inisiasi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pemilihan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terbaik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tiap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mengharuskan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kompetitif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33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89615" y="177071"/>
            <a:ext cx="9905998" cy="737329"/>
          </a:xfrm>
        </p:spPr>
        <p:txBody>
          <a:bodyPr>
            <a:normAutofit/>
          </a:bodyPr>
          <a:lstStyle/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74297" y="846357"/>
            <a:ext cx="11707495" cy="2290983"/>
          </a:xfrm>
        </p:spPr>
        <p:txBody>
          <a:bodyPr>
            <a:normAutofit/>
          </a:bodyPr>
          <a:lstStyle/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Matahari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Nusantara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Logistik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objek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penelitian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management</a:t>
            </a: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vendor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89615" y="3740093"/>
            <a:ext cx="9905998" cy="737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4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measurment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74297" y="4409379"/>
            <a:ext cx="11707495" cy="2290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 box &amp; Black box</a:t>
            </a: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Methode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Pre-test &amp; Post-test</a:t>
            </a:r>
          </a:p>
          <a:p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Pengujian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statistic T-test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04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89615" y="3708561"/>
            <a:ext cx="9905998" cy="737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 research 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74297" y="4377847"/>
            <a:ext cx="11707495" cy="22909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SISTEM PENDUKUNG KEPUTUSAN MENGGUNAKAN METODE WEIGHTED PRODUK UNTUK MENENTUKAN SUPPLIER TERBAIK DI PT. MATAHARI NUSANTARA LOGISTIK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1354" y="434709"/>
            <a:ext cx="9905998" cy="737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</a:t>
            </a:r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16036" y="1103995"/>
            <a:ext cx="11707495" cy="2290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SDLC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Methode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 7.3 Framework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CodeIginter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v3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(IDE &amp; third party)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171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41412" y="-178429"/>
            <a:ext cx="9905999" cy="5270682"/>
          </a:xfrm>
        </p:spPr>
        <p:txBody>
          <a:bodyPr>
            <a:normAutofit/>
          </a:bodyPr>
          <a:lstStyle/>
          <a:p>
            <a:r>
              <a:rPr lang="en-US" sz="4400" dirty="0" err="1" smtClean="0"/>
              <a:t>Uji</a:t>
            </a:r>
            <a:r>
              <a:rPr lang="en-US" sz="4400" dirty="0" smtClean="0"/>
              <a:t> </a:t>
            </a:r>
            <a:r>
              <a:rPr lang="en-US" sz="4400" dirty="0" err="1" smtClean="0"/>
              <a:t>validitas</a:t>
            </a:r>
            <a:r>
              <a:rPr lang="en-US" sz="4400" dirty="0" smtClean="0"/>
              <a:t> </a:t>
            </a:r>
          </a:p>
          <a:p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kuisioner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pre-test </a:t>
            </a:r>
            <a:r>
              <a:rPr lang="en-US" dirty="0" err="1" smtClean="0"/>
              <a:t>dan</a:t>
            </a:r>
            <a:r>
              <a:rPr lang="en-US" dirty="0" smtClean="0"/>
              <a:t> post-test </a:t>
            </a:r>
            <a:r>
              <a:rPr lang="en-US" dirty="0" err="1" smtClean="0"/>
              <a:t>kemudian</a:t>
            </a:r>
            <a:r>
              <a:rPr lang="en-US" dirty="0" smtClean="0"/>
              <a:t> di </a:t>
            </a:r>
            <a:r>
              <a:rPr lang="en-US" dirty="0" err="1" smtClean="0"/>
              <a:t>analisa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SPSS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apakah</a:t>
            </a:r>
            <a:r>
              <a:rPr lang="en-US" dirty="0" smtClean="0"/>
              <a:t> </a:t>
            </a:r>
            <a:r>
              <a:rPr lang="en-US" dirty="0" err="1" smtClean="0"/>
              <a:t>tejadi</a:t>
            </a:r>
            <a:r>
              <a:rPr lang="en-US" dirty="0" smtClean="0"/>
              <a:t> </a:t>
            </a:r>
            <a:r>
              <a:rPr lang="en-US" dirty="0" err="1" smtClean="0"/>
              <a:t>pengaruh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membandingkan</a:t>
            </a:r>
            <a:r>
              <a:rPr lang="en-US" dirty="0" smtClean="0"/>
              <a:t> </a:t>
            </a:r>
            <a:r>
              <a:rPr lang="en-US" dirty="0" err="1" smtClean="0"/>
              <a:t>selisih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mean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sample yang </a:t>
            </a:r>
            <a:r>
              <a:rPr lang="en-US" dirty="0" err="1" smtClean="0"/>
              <a:t>berpasangan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rule :</a:t>
            </a:r>
          </a:p>
          <a:p>
            <a:pPr lvl="1"/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signifikan</a:t>
            </a:r>
            <a:r>
              <a:rPr lang="en-US" dirty="0" smtClean="0"/>
              <a:t> (2-tailed) &lt; 0,05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adanya</a:t>
            </a:r>
            <a:r>
              <a:rPr lang="en-US" dirty="0" smtClean="0"/>
              <a:t> </a:t>
            </a:r>
            <a:r>
              <a:rPr lang="en-US" dirty="0" err="1" smtClean="0"/>
              <a:t>perbedaan</a:t>
            </a:r>
            <a:r>
              <a:rPr lang="en-US" dirty="0" smtClean="0"/>
              <a:t> yang </a:t>
            </a:r>
            <a:r>
              <a:rPr lang="en-US" dirty="0" err="1" smtClean="0"/>
              <a:t>signifikan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awal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akhir</a:t>
            </a:r>
            <a:r>
              <a:rPr lang="en-US" dirty="0" smtClean="0"/>
              <a:t> yang </a:t>
            </a:r>
            <a:r>
              <a:rPr lang="en-US" dirty="0" err="1" smtClean="0"/>
              <a:t>mempengaruhi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keadaan</a:t>
            </a:r>
            <a:endParaRPr lang="en-US" dirty="0" smtClean="0"/>
          </a:p>
          <a:p>
            <a:pPr lvl="1"/>
            <a:r>
              <a:rPr lang="en-US" dirty="0" err="1" smtClean="0"/>
              <a:t>Nilia</a:t>
            </a:r>
            <a:r>
              <a:rPr lang="en-US" dirty="0" smtClean="0"/>
              <a:t> </a:t>
            </a:r>
            <a:r>
              <a:rPr lang="en-US" dirty="0" err="1" smtClean="0"/>
              <a:t>signifikan</a:t>
            </a:r>
            <a:r>
              <a:rPr lang="en-US" dirty="0" smtClean="0"/>
              <a:t> (2-tailed) &gt; 0,05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terdapat</a:t>
            </a:r>
            <a:r>
              <a:rPr lang="en-US" dirty="0" smtClean="0"/>
              <a:t> </a:t>
            </a:r>
            <a:r>
              <a:rPr lang="en-US" dirty="0" err="1" smtClean="0"/>
              <a:t>perbedaan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r>
              <a:rPr lang="en-US" dirty="0" smtClean="0"/>
              <a:t> </a:t>
            </a:r>
            <a:r>
              <a:rPr lang="en-US" dirty="0" err="1" smtClean="0"/>
              <a:t>pengaruh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suat</a:t>
            </a:r>
            <a:r>
              <a:rPr lang="en-US" dirty="0" smtClean="0"/>
              <a:t> </a:t>
            </a:r>
            <a:r>
              <a:rPr lang="en-US" dirty="0" err="1" smtClean="0"/>
              <a:t>keadaan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25" y="4125036"/>
            <a:ext cx="9381358" cy="269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26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kesimpulan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81504"/>
            <a:ext cx="9905999" cy="5076496"/>
          </a:xfrm>
        </p:spPr>
        <p:txBody>
          <a:bodyPr>
            <a:normAutofit/>
          </a:bodyPr>
          <a:lstStyle/>
          <a:p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pendukung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WP yang </a:t>
            </a:r>
            <a:r>
              <a:rPr lang="en-US" dirty="0" err="1" smtClean="0"/>
              <a:t>dibuat</a:t>
            </a:r>
            <a:r>
              <a:rPr lang="en-US" dirty="0" smtClean="0"/>
              <a:t> </a:t>
            </a:r>
            <a:r>
              <a:rPr lang="en-US" dirty="0" err="1" smtClean="0"/>
              <a:t>bertujuan</a:t>
            </a:r>
            <a:r>
              <a:rPr lang="en-US" dirty="0" smtClean="0"/>
              <a:t> </a:t>
            </a:r>
            <a:r>
              <a:rPr lang="en-US" dirty="0" err="1" smtClean="0"/>
              <a:t>membantu</a:t>
            </a:r>
            <a:r>
              <a:rPr lang="en-US" dirty="0" smtClean="0"/>
              <a:t> proses </a:t>
            </a:r>
            <a:r>
              <a:rPr lang="en-US" dirty="0" err="1" smtClean="0"/>
              <a:t>pengambilan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pemilihan</a:t>
            </a:r>
            <a:r>
              <a:rPr lang="en-US" dirty="0" smtClean="0"/>
              <a:t> supplier </a:t>
            </a:r>
            <a:r>
              <a:rPr lang="en-US" dirty="0" err="1" smtClean="0"/>
              <a:t>terbaik</a:t>
            </a:r>
            <a:endParaRPr lang="en-US" dirty="0" smtClean="0"/>
          </a:p>
          <a:p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pendukung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WP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menambah</a:t>
            </a:r>
            <a:r>
              <a:rPr lang="en-US" dirty="0" smtClean="0"/>
              <a:t> </a:t>
            </a:r>
            <a:r>
              <a:rPr lang="en-US" dirty="0" err="1" smtClean="0"/>
              <a:t>efisiensi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efektifitas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proses </a:t>
            </a:r>
            <a:r>
              <a:rPr lang="en-US" dirty="0" err="1" smtClean="0"/>
              <a:t>pengambilan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endParaRPr lang="en-US" dirty="0" smtClean="0"/>
          </a:p>
          <a:p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implementasi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WP proses </a:t>
            </a:r>
            <a:r>
              <a:rPr lang="en-US" dirty="0" err="1" smtClean="0"/>
              <a:t>pengambilan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tepat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,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penghitungannya</a:t>
            </a:r>
            <a:r>
              <a:rPr lang="en-US" dirty="0" smtClean="0"/>
              <a:t>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pembobotan</a:t>
            </a:r>
            <a:r>
              <a:rPr lang="en-US" dirty="0" smtClean="0"/>
              <a:t> yang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pemangkatan</a:t>
            </a:r>
            <a:r>
              <a:rPr lang="en-US" dirty="0" smtClean="0"/>
              <a:t> </a:t>
            </a:r>
            <a:r>
              <a:rPr lang="en-US" dirty="0" err="1" smtClean="0"/>
              <a:t>terhadap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normalisasi</a:t>
            </a:r>
            <a:r>
              <a:rPr lang="en-US" dirty="0" smtClean="0"/>
              <a:t> yang </a:t>
            </a:r>
            <a:r>
              <a:rPr lang="en-US" dirty="0" err="1" smtClean="0"/>
              <a:t>selanjutnya</a:t>
            </a:r>
            <a:r>
              <a:rPr lang="en-US" dirty="0" smtClean="0"/>
              <a:t>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perangkingan</a:t>
            </a:r>
            <a:r>
              <a:rPr lang="en-US" dirty="0" smtClean="0"/>
              <a:t>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tetinggi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64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Penambahan</a:t>
            </a:r>
            <a:r>
              <a:rPr lang="en-US" dirty="0" smtClean="0"/>
              <a:t> </a:t>
            </a:r>
            <a:r>
              <a:rPr lang="en-US" dirty="0" err="1" smtClean="0"/>
              <a:t>landasan</a:t>
            </a:r>
            <a:r>
              <a:rPr lang="en-US" dirty="0" smtClean="0"/>
              <a:t> </a:t>
            </a:r>
            <a:r>
              <a:rPr lang="en-US" dirty="0" err="1" smtClean="0"/>
              <a:t>teori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penguat</a:t>
            </a:r>
            <a:r>
              <a:rPr lang="en-US" dirty="0" smtClean="0"/>
              <a:t> </a:t>
            </a:r>
            <a:r>
              <a:rPr lang="en-US" dirty="0" err="1" smtClean="0"/>
              <a:t>dasar</a:t>
            </a:r>
            <a:r>
              <a:rPr lang="en-US" dirty="0" smtClean="0"/>
              <a:t> </a:t>
            </a:r>
            <a:r>
              <a:rPr lang="en-US" dirty="0" err="1" smtClean="0"/>
              <a:t>ilmiah</a:t>
            </a:r>
            <a:r>
              <a:rPr lang="en-US" dirty="0" smtClean="0"/>
              <a:t> </a:t>
            </a:r>
            <a:r>
              <a:rPr lang="en-US" dirty="0" err="1" smtClean="0"/>
              <a:t>serta</a:t>
            </a:r>
            <a:r>
              <a:rPr lang="en-US" dirty="0" smtClean="0"/>
              <a:t> </a:t>
            </a:r>
            <a:r>
              <a:rPr lang="en-US" dirty="0" err="1" smtClean="0"/>
              <a:t>penambahan</a:t>
            </a:r>
            <a:r>
              <a:rPr lang="en-US" dirty="0" smtClean="0"/>
              <a:t> </a:t>
            </a:r>
            <a:r>
              <a:rPr lang="en-US" dirty="0" err="1" smtClean="0"/>
              <a:t>teknik</a:t>
            </a:r>
            <a:r>
              <a:rPr lang="en-US" dirty="0" smtClean="0"/>
              <a:t> </a:t>
            </a:r>
            <a:r>
              <a:rPr lang="en-US" dirty="0" err="1" smtClean="0"/>
              <a:t>pengumpulan</a:t>
            </a:r>
            <a:r>
              <a:rPr lang="en-US" dirty="0" smtClean="0"/>
              <a:t> data agar </a:t>
            </a:r>
            <a:r>
              <a:rPr lang="en-US" dirty="0" err="1" smtClean="0"/>
              <a:t>tujuan</a:t>
            </a:r>
            <a:r>
              <a:rPr lang="en-US" dirty="0" smtClean="0"/>
              <a:t> yang </a:t>
            </a:r>
            <a:r>
              <a:rPr lang="en-US" dirty="0" err="1" smtClean="0"/>
              <a:t>diharapkan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mudah</a:t>
            </a:r>
            <a:r>
              <a:rPr lang="en-US" dirty="0" smtClean="0"/>
              <a:t> di </a:t>
            </a:r>
            <a:r>
              <a:rPr lang="en-US" dirty="0" err="1" smtClean="0"/>
              <a:t>capai</a:t>
            </a:r>
            <a:endParaRPr lang="en-US" dirty="0" smtClean="0"/>
          </a:p>
          <a:p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pendukung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yang </a:t>
            </a:r>
            <a:r>
              <a:rPr lang="en-US" dirty="0" err="1" smtClean="0"/>
              <a:t>sudah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digunakan</a:t>
            </a:r>
            <a:r>
              <a:rPr lang="en-US" dirty="0" smtClean="0"/>
              <a:t> bias </a:t>
            </a:r>
            <a:r>
              <a:rPr lang="en-US" dirty="0" err="1" smtClean="0"/>
              <a:t>dilakukan</a:t>
            </a:r>
            <a:r>
              <a:rPr lang="en-US" dirty="0" smtClean="0"/>
              <a:t> </a:t>
            </a:r>
            <a:r>
              <a:rPr lang="en-US" dirty="0" err="1" smtClean="0"/>
              <a:t>pengembangan</a:t>
            </a:r>
            <a:r>
              <a:rPr lang="en-US" dirty="0" smtClean="0"/>
              <a:t> </a:t>
            </a:r>
            <a:r>
              <a:rPr lang="en-US" dirty="0" err="1" smtClean="0"/>
              <a:t>kembali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dijadikan</a:t>
            </a:r>
            <a:r>
              <a:rPr lang="en-US" dirty="0" smtClean="0"/>
              <a:t> </a:t>
            </a:r>
            <a:r>
              <a:rPr lang="en-US" dirty="0" err="1" smtClean="0"/>
              <a:t>referensi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penelitian</a:t>
            </a:r>
            <a:r>
              <a:rPr lang="en-US" dirty="0" smtClean="0"/>
              <a:t> </a:t>
            </a:r>
            <a:r>
              <a:rPr lang="en-US" dirty="0" err="1" smtClean="0"/>
              <a:t>selanjutnya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kontribusi</a:t>
            </a:r>
            <a:r>
              <a:rPr lang="en-US" dirty="0" smtClean="0"/>
              <a:t> ide di </a:t>
            </a:r>
            <a:r>
              <a:rPr lang="en-US" dirty="0" err="1" smtClean="0"/>
              <a:t>bidang</a:t>
            </a:r>
            <a:r>
              <a:rPr lang="en-US" dirty="0" smtClean="0"/>
              <a:t> </a:t>
            </a:r>
            <a:r>
              <a:rPr lang="en-US" dirty="0" err="1" smtClean="0"/>
              <a:t>keilmuan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1914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2526151"/>
            <a:ext cx="9905998" cy="1478570"/>
          </a:xfrm>
        </p:spPr>
        <p:txBody>
          <a:bodyPr/>
          <a:lstStyle/>
          <a:p>
            <a:pPr algn="ctr"/>
            <a:r>
              <a:rPr lang="en-US" dirty="0" err="1" smtClean="0"/>
              <a:t>terimakasih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176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6059</TotalTime>
  <Words>583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Trebuchet MS</vt:lpstr>
      <vt:lpstr>Tw Cen MT</vt:lpstr>
      <vt:lpstr>Circuit</vt:lpstr>
      <vt:lpstr>Sistem pendukung keputusan menggunakan metode weighted product (wp)  untuk menentukan supplier terbaik  di pt. matahari nusantara logistik</vt:lpstr>
      <vt:lpstr>problems</vt:lpstr>
      <vt:lpstr>Scope problems</vt:lpstr>
      <vt:lpstr>Research purpose</vt:lpstr>
      <vt:lpstr>approach</vt:lpstr>
      <vt:lpstr>PowerPoint Presentation</vt:lpstr>
      <vt:lpstr>Why method weighted product</vt:lpstr>
      <vt:lpstr>Software implementation</vt:lpstr>
      <vt:lpstr>PowerPoint Presentation</vt:lpstr>
      <vt:lpstr>PowerPoint Presentation</vt:lpstr>
      <vt:lpstr>kesimpulan</vt:lpstr>
      <vt:lpstr>saran</vt:lpstr>
      <vt:lpstr>terimakasih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yusron</dc:creator>
  <cp:lastModifiedBy>yusron</cp:lastModifiedBy>
  <cp:revision>43</cp:revision>
  <dcterms:created xsi:type="dcterms:W3CDTF">2022-04-18T14:38:02Z</dcterms:created>
  <dcterms:modified xsi:type="dcterms:W3CDTF">2022-07-23T01:43:40Z</dcterms:modified>
</cp:coreProperties>
</file>