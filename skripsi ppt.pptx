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2" r:id="rId3"/>
    <p:sldId id="267" r:id="rId4"/>
    <p:sldId id="268" r:id="rId5"/>
    <p:sldId id="269" r:id="rId6"/>
    <p:sldId id="270" r:id="rId7"/>
    <p:sldId id="264" r:id="rId8"/>
    <p:sldId id="265" r:id="rId9"/>
    <p:sldId id="266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56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7/18/2022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8210" y="621642"/>
            <a:ext cx="10667999" cy="1602297"/>
          </a:xfrm>
        </p:spPr>
        <p:txBody>
          <a:bodyPr>
            <a:noAutofit/>
          </a:bodyPr>
          <a:lstStyle/>
          <a:p>
            <a:pPr algn="ctr"/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 (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wp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b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 pt.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nusantara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4126294"/>
            <a:ext cx="8791575" cy="765010"/>
          </a:xfrm>
        </p:spPr>
        <p:txBody>
          <a:bodyPr>
            <a:normAutofit fontScale="92500" lnSpcReduction="20000"/>
          </a:bodyPr>
          <a:lstStyle/>
          <a:p>
            <a:pPr algn="ctr">
              <a:lnSpc>
                <a:spcPct val="110000"/>
              </a:lnSpc>
            </a:pPr>
            <a:r>
              <a:rPr lang="en-US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Oleh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Muhammad yusron</a:t>
            </a:r>
          </a:p>
          <a:p>
            <a:pPr algn="ctr">
              <a:lnSpc>
                <a:spcPct val="110000"/>
              </a:lnSpc>
            </a:pPr>
            <a:r>
              <a:rPr lang="en-US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Nim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19026909</a:t>
            </a:r>
          </a:p>
          <a:p>
            <a:pPr algn="ctr">
              <a:lnSpc>
                <a:spcPct val="11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332" y="2195679"/>
            <a:ext cx="2143925" cy="1891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37651" y="4863462"/>
            <a:ext cx="6469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DOSEN PEMBIMBING : MUHAMMAD NUR FADILLAH, </a:t>
            </a:r>
            <a:r>
              <a:rPr lang="en-US" dirty="0" err="1" smtClean="0"/>
              <a:t>SPt</a:t>
            </a:r>
            <a:r>
              <a:rPr lang="en-US" dirty="0" smtClean="0"/>
              <a:t>,. ME,.</a:t>
            </a:r>
          </a:p>
          <a:p>
            <a:pPr algn="ctr"/>
            <a:r>
              <a:rPr lang="en-US" dirty="0" smtClean="0"/>
              <a:t>NIDN : 0409108104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908736" y="5548974"/>
            <a:ext cx="64691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 STUDI SISTEM INFORMASI</a:t>
            </a:r>
            <a:r>
              <a:rPr lang="en-US" b="1" dirty="0"/>
              <a:t>/</a:t>
            </a:r>
            <a:r>
              <a:rPr lang="en-US" dirty="0"/>
              <a:t>TEKNIK INFORMATIKA</a:t>
            </a:r>
            <a:br>
              <a:rPr lang="en-US" dirty="0"/>
            </a:br>
            <a:r>
              <a:rPr lang="en-US" dirty="0"/>
              <a:t>FAKULTAS TEKNIK DAN ILMU KOMPUTER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>UNIVERSITAS MUHAMMADIYAH BANTEN</a:t>
            </a:r>
            <a:endParaRPr lang="en-US" dirty="0"/>
          </a:p>
          <a:p>
            <a:pPr algn="ctr"/>
            <a:r>
              <a:rPr lang="en-US" dirty="0" smtClean="0"/>
              <a:t>2022</a:t>
            </a:r>
            <a:endParaRPr lang="en-US" dirty="0"/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1797176" y="76305"/>
            <a:ext cx="8791575" cy="4845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SIDANG SKRIPSI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62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Penghitunga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masih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manul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manual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memakan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waktu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678951" y="3482586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problem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63633" y="4151872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Membangun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bisa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penghematan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waktu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pengambilan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Menerapkan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406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Scope problems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4903132"/>
          </a:xfrm>
        </p:spPr>
        <p:txBody>
          <a:bodyPr>
            <a:normAutofit fontScale="92500" lnSpcReduction="10000"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Fokus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membangun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support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kecepatan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waktu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pengambilan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Implementasi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relevan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terhadap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menghitung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bobot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kriteria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serta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nilai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dipangkatkan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mendapatkan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optimal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yaitu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4736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purpose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699293"/>
          </a:xfrm>
        </p:spPr>
        <p:txBody>
          <a:bodyPr>
            <a:normAutofit fontScale="70000" lnSpcReduction="20000"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Menguji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efektifitas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pengambilan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Membangun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mengimplenetasikan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system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menentukan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terbaik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Pendekatan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product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menghitung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bobot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serta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kriteria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dari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alternatif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678951" y="3482586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Benefit of research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63633" y="4151872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Menambah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knowledge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experience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bagi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implementasi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teori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sebagai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saran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memperoleh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pengalaman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baru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bias di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terapkan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dijadikan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referensi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oleh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lain</a:t>
            </a:r>
          </a:p>
        </p:txBody>
      </p:sp>
    </p:spTree>
    <p:extLst>
      <p:ext uri="{BB962C8B-B14F-4D97-AF65-F5344CB8AC3E}">
        <p14:creationId xmlns:p14="http://schemas.microsoft.com/office/powerpoint/2010/main" val="1631847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Why method weighted product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Penghitunga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masih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manul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manual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memakan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waktu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733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 fontScale="90000"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Why </a:t>
            </a:r>
            <a:r>
              <a:rPr lang="en-US" sz="4000" b="1" u="sng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u="sng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nusantara</a:t>
            </a:r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u="sng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Penghitunga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masih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manul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manual yang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memakan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waktu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Proses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penentuan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7455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589615" y="114007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74297" y="783293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Weighted 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Product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sebagai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Aplikasi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Pendukung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Keputusan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Berbasis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setiap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saat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akses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647419" y="3608700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development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32101" y="4277986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SDLC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PHP 7.3 Framework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CodeIginter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v3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development (IDE &amp; third party)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2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589615" y="177071"/>
            <a:ext cx="9905998" cy="737329"/>
          </a:xfrm>
        </p:spPr>
        <p:txBody>
          <a:bodyPr>
            <a:normAutofit/>
          </a:bodyPr>
          <a:lstStyle/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74297" y="846357"/>
            <a:ext cx="11707495" cy="2290983"/>
          </a:xfrm>
        </p:spPr>
        <p:txBody>
          <a:bodyPr>
            <a:normAutofit/>
          </a:bodyPr>
          <a:lstStyle/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Matahari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Nusantara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objek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 management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Supplier </a:t>
            </a:r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vendor</a:t>
            </a:r>
            <a:endParaRPr lang="en-US" sz="35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589615" y="3740093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lang="en-US" sz="4000" b="1" u="sng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measurment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74297" y="4409379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White box &amp; Black box</a:t>
            </a: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Pre-test &amp; Post-test</a:t>
            </a:r>
          </a:p>
          <a:p>
            <a:r>
              <a:rPr lang="en-US" sz="35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statistic T-test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047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89615" y="1123004"/>
            <a:ext cx="9905998" cy="737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  <a:endParaRPr lang="en-US" sz="40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74297" y="1792290"/>
            <a:ext cx="11707495" cy="22909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SISTEM PENDUKUNG KEPUTUSAN MENGGUNAKAN METODE WEIGHTED PRODUK UNTUK MENENTUKAN SUPPLIER TERBAIK DI PT. MATAHARI NUSANTARA LOGISTIK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171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526151"/>
            <a:ext cx="9905998" cy="1478570"/>
          </a:xfrm>
        </p:spPr>
        <p:txBody>
          <a:bodyPr/>
          <a:lstStyle/>
          <a:p>
            <a:pPr algn="ctr"/>
            <a:r>
              <a:rPr lang="en-US" dirty="0" err="1" smtClean="0"/>
              <a:t>terimakasih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817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4877</TotalTime>
  <Words>324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Times New Roman</vt:lpstr>
      <vt:lpstr>Trebuchet MS</vt:lpstr>
      <vt:lpstr>Tw Cen MT</vt:lpstr>
      <vt:lpstr>Circuit</vt:lpstr>
      <vt:lpstr>Sistem pendukung keputusan menggunakan metode weighted product (wp)  untuk menentukan supplier terbaik  di pt. matahari nusantara logistik</vt:lpstr>
      <vt:lpstr>problems</vt:lpstr>
      <vt:lpstr>Scope problems</vt:lpstr>
      <vt:lpstr>Research purpose</vt:lpstr>
      <vt:lpstr>Why method weighted product</vt:lpstr>
      <vt:lpstr>Why matahari nusantara logistik</vt:lpstr>
      <vt:lpstr>approach</vt:lpstr>
      <vt:lpstr>Software implementation</vt:lpstr>
      <vt:lpstr>PowerPoint Presentation</vt:lpstr>
      <vt:lpstr>terimakasih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yusron</dc:creator>
  <cp:lastModifiedBy>yusron</cp:lastModifiedBy>
  <cp:revision>22</cp:revision>
  <dcterms:created xsi:type="dcterms:W3CDTF">2022-04-18T14:38:02Z</dcterms:created>
  <dcterms:modified xsi:type="dcterms:W3CDTF">2022-07-18T11:46:44Z</dcterms:modified>
</cp:coreProperties>
</file>