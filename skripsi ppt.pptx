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62" r:id="rId3"/>
    <p:sldId id="264" r:id="rId4"/>
    <p:sldId id="265" r:id="rId5"/>
    <p:sldId id="266" r:id="rId6"/>
    <p:sldId id="263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32" autoAdjust="0"/>
    <p:restoredTop sz="94660"/>
  </p:normalViewPr>
  <p:slideViewPr>
    <p:cSldViewPr snapToGrid="0">
      <p:cViewPr varScale="1">
        <p:scale>
          <a:sx n="79" d="100"/>
          <a:sy n="79" d="100"/>
        </p:scale>
        <p:origin x="42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7/13/2022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7/13/2022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7/13/2022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7/13/2022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7/13/2022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7/13/2022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7/13/2022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7/13/2022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7/13/2022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7/13/2022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7/13/2022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7/13/2022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7/13/2022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7/13/2022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7/13/2022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7/13/2022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7/13/2022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7/13/2022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38210" y="621642"/>
            <a:ext cx="10667999" cy="1602297"/>
          </a:xfrm>
        </p:spPr>
        <p:txBody>
          <a:bodyPr>
            <a:noAutofit/>
          </a:bodyPr>
          <a:lstStyle/>
          <a:p>
            <a:pPr algn="ctr"/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Sistem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pendukung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keputusan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menggunakan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metode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weighted product (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wp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b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untuk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menentukan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supplier 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terbaik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 pt. 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matahari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nusantara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logistik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4126294"/>
            <a:ext cx="8791575" cy="765010"/>
          </a:xfrm>
        </p:spPr>
        <p:txBody>
          <a:bodyPr>
            <a:normAutofit fontScale="92500" lnSpcReduction="20000"/>
          </a:bodyPr>
          <a:lstStyle/>
          <a:p>
            <a:pPr algn="ctr">
              <a:lnSpc>
                <a:spcPct val="110000"/>
              </a:lnSpc>
            </a:pPr>
            <a:r>
              <a:rPr lang="en-US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Oleh</a:t>
            </a:r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: Muhammad yusron</a:t>
            </a:r>
          </a:p>
          <a:p>
            <a:pPr algn="ctr">
              <a:lnSpc>
                <a:spcPct val="110000"/>
              </a:lnSpc>
            </a:pPr>
            <a:r>
              <a:rPr lang="en-US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Nim</a:t>
            </a:r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: 19026909</a:t>
            </a:r>
          </a:p>
          <a:p>
            <a:pPr algn="ctr">
              <a:lnSpc>
                <a:spcPct val="110000"/>
              </a:lnSpc>
            </a:pP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1332" y="2195679"/>
            <a:ext cx="2143925" cy="18912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037651" y="4863462"/>
            <a:ext cx="64691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DOSEN PEMBIMBING : MUHAMMAD NUR FADILLAH, </a:t>
            </a:r>
            <a:r>
              <a:rPr lang="en-US" dirty="0" err="1" smtClean="0"/>
              <a:t>SPt</a:t>
            </a:r>
            <a:r>
              <a:rPr lang="en-US" dirty="0" smtClean="0"/>
              <a:t>,. ME,.</a:t>
            </a:r>
          </a:p>
          <a:p>
            <a:pPr algn="ctr"/>
            <a:r>
              <a:rPr lang="en-US" dirty="0" smtClean="0"/>
              <a:t>NIDN : 0409108104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2908736" y="5548974"/>
            <a:ext cx="64691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PROGRAM STUDI SISTEM INFORMASI</a:t>
            </a:r>
            <a:r>
              <a:rPr lang="en-US" b="1" dirty="0"/>
              <a:t>/</a:t>
            </a:r>
            <a:r>
              <a:rPr lang="en-US" dirty="0"/>
              <a:t>TEKNIK INFORMATIKA</a:t>
            </a:r>
            <a:br>
              <a:rPr lang="en-US" dirty="0"/>
            </a:br>
            <a:r>
              <a:rPr lang="en-US" dirty="0"/>
              <a:t>FAKULTAS TEKNIK DAN ILMU KOMPUTER</a:t>
            </a:r>
            <a:r>
              <a:rPr lang="en-US" b="1" dirty="0"/>
              <a:t/>
            </a:r>
            <a:br>
              <a:rPr lang="en-US" b="1" dirty="0"/>
            </a:br>
            <a:r>
              <a:rPr lang="en-US" b="1" dirty="0"/>
              <a:t>UNIVERSITAS MUHAMMADIYAH BANTEN</a:t>
            </a:r>
            <a:endParaRPr lang="en-US" dirty="0"/>
          </a:p>
          <a:p>
            <a:pPr algn="ctr"/>
            <a:r>
              <a:rPr lang="en-US" dirty="0" smtClean="0"/>
              <a:t>2022</a:t>
            </a:r>
            <a:endParaRPr lang="en-US" dirty="0"/>
          </a:p>
        </p:txBody>
      </p:sp>
      <p:sp>
        <p:nvSpPr>
          <p:cNvPr id="8" name="Subtitle 2"/>
          <p:cNvSpPr txBox="1">
            <a:spLocks/>
          </p:cNvSpPr>
          <p:nvPr/>
        </p:nvSpPr>
        <p:spPr>
          <a:xfrm>
            <a:off x="1797176" y="76305"/>
            <a:ext cx="8791575" cy="4845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None/>
              <a:defRPr sz="2000" kern="1200" cap="all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10000"/>
              </a:lnSpc>
            </a:pPr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SIDANG SKRIPSI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67628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9615" y="114007"/>
            <a:ext cx="9905998" cy="737329"/>
          </a:xfrm>
        </p:spPr>
        <p:txBody>
          <a:bodyPr>
            <a:normAutofit/>
          </a:bodyPr>
          <a:lstStyle/>
          <a:p>
            <a:r>
              <a:rPr lang="en-US" sz="4000" b="1" u="sng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problems</a:t>
            </a:r>
            <a:endParaRPr lang="en-US" sz="40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4297" y="783293"/>
            <a:ext cx="11707495" cy="2290983"/>
          </a:xfrm>
        </p:spPr>
        <p:txBody>
          <a:bodyPr>
            <a:normAutofit fontScale="85000" lnSpcReduction="20000"/>
          </a:bodyPr>
          <a:lstStyle/>
          <a:p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Terbatasya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penentuan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keputusan</a:t>
            </a:r>
            <a:endParaRPr lang="en-US" sz="35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Perlu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adanya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metode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yang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tepat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menentukan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supplier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terbaik</a:t>
            </a:r>
            <a:endParaRPr lang="en-US" sz="35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Pendekatan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metode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yang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tepat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sebagai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acuan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penilaian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kriteria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bobot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pada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alternatif</a:t>
            </a:r>
            <a:endParaRPr lang="en-US" sz="35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678951" y="3482586"/>
            <a:ext cx="9905998" cy="7373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u="sng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opportunity</a:t>
            </a:r>
            <a:endParaRPr lang="en-US" sz="40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363633" y="4151872"/>
            <a:ext cx="11707495" cy="2290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Matahari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Nusantara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Logistik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membutuhkan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system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pendukung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keputusan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untuk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menentukan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supplier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terbaik</a:t>
            </a:r>
            <a:endParaRPr lang="en-US"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04069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589615" y="114007"/>
            <a:ext cx="9905998" cy="737329"/>
          </a:xfrm>
        </p:spPr>
        <p:txBody>
          <a:bodyPr>
            <a:normAutofit/>
          </a:bodyPr>
          <a:lstStyle/>
          <a:p>
            <a:r>
              <a:rPr lang="en-US" sz="4000" b="1" u="sng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approach</a:t>
            </a:r>
            <a:endParaRPr lang="en-US" sz="40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274297" y="783293"/>
            <a:ext cx="11707495" cy="2290983"/>
          </a:xfrm>
        </p:spPr>
        <p:txBody>
          <a:bodyPr>
            <a:normAutofit/>
          </a:bodyPr>
          <a:lstStyle/>
          <a:p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Metode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Weighted Product</a:t>
            </a:r>
          </a:p>
          <a:p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Berbasis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Website</a:t>
            </a:r>
          </a:p>
          <a:p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Aplikasi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Sistem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Pendukung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Keputusan</a:t>
            </a:r>
            <a:endParaRPr lang="en-US"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itle 1"/>
          <p:cNvSpPr txBox="1">
            <a:spLocks/>
          </p:cNvSpPr>
          <p:nvPr/>
        </p:nvSpPr>
        <p:spPr>
          <a:xfrm>
            <a:off x="647419" y="3608700"/>
            <a:ext cx="9905998" cy="7373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u="sng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development</a:t>
            </a:r>
            <a:endParaRPr lang="en-US" sz="40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332101" y="4277986"/>
            <a:ext cx="11707495" cy="2290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SDLC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Methode</a:t>
            </a:r>
            <a:endParaRPr lang="en-US" sz="35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PHP 7.3 Framework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CodeIginter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v3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endParaRPr lang="en-US" sz="35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development (IDE &amp; third party)</a:t>
            </a:r>
            <a:endParaRPr lang="en-US"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8127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589615" y="177071"/>
            <a:ext cx="9905998" cy="737329"/>
          </a:xfrm>
        </p:spPr>
        <p:txBody>
          <a:bodyPr>
            <a:normAutofit/>
          </a:bodyPr>
          <a:lstStyle/>
          <a:p>
            <a:r>
              <a:rPr lang="en-US" sz="4000" b="1" u="sng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implementation</a:t>
            </a:r>
            <a:endParaRPr lang="en-US" sz="40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274297" y="846357"/>
            <a:ext cx="11707495" cy="2290983"/>
          </a:xfrm>
        </p:spPr>
        <p:txBody>
          <a:bodyPr>
            <a:normAutofit/>
          </a:bodyPr>
          <a:lstStyle/>
          <a:p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Matahari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Nusantara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Logistik</a:t>
            </a:r>
            <a:endParaRPr lang="en-US" sz="35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White Box &amp; Black Box</a:t>
            </a:r>
            <a:endParaRPr lang="en-US" sz="35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User Acceptance Test</a:t>
            </a:r>
            <a:endParaRPr lang="en-US"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itle 1"/>
          <p:cNvSpPr txBox="1">
            <a:spLocks/>
          </p:cNvSpPr>
          <p:nvPr/>
        </p:nvSpPr>
        <p:spPr>
          <a:xfrm>
            <a:off x="589615" y="3740093"/>
            <a:ext cx="9905998" cy="7373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u="sng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</a:t>
            </a:r>
            <a:r>
              <a:rPr lang="en-US" sz="4000" b="1" u="sng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measurment</a:t>
            </a:r>
            <a:endParaRPr lang="en-US" sz="40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274297" y="4409379"/>
            <a:ext cx="11707495" cy="2290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Methode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Pre-test &amp; Post-test</a:t>
            </a:r>
            <a:endParaRPr lang="en-US" sz="35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Pengujian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statistic T-test</a:t>
            </a:r>
            <a:endParaRPr lang="en-US"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50471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589615" y="1123004"/>
            <a:ext cx="9905998" cy="7373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u="sng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result</a:t>
            </a:r>
            <a:endParaRPr lang="en-US" sz="40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274297" y="1792290"/>
            <a:ext cx="11707495" cy="229098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SISTEM PENDUKUNG KEPUTUSAN MENGGUNAKAN METODE WEIGHTED PRODUK UNTUK MENENTUKAN SUPPLIER TERBAIK DI PT. MATAHARI NUSANTARA LOGISTIK</a:t>
            </a:r>
            <a:endParaRPr lang="en-US"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51715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2526151"/>
            <a:ext cx="9905998" cy="1478570"/>
          </a:xfrm>
        </p:spPr>
        <p:txBody>
          <a:bodyPr/>
          <a:lstStyle/>
          <a:p>
            <a:pPr algn="ctr"/>
            <a:r>
              <a:rPr lang="en-US" dirty="0" err="1" smtClean="0"/>
              <a:t>terimakasih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281767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4778</TotalTime>
  <Words>144</Words>
  <Application>Microsoft Office PowerPoint</Application>
  <PresentationFormat>Widescreen</PresentationFormat>
  <Paragraphs>32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Times New Roman</vt:lpstr>
      <vt:lpstr>Trebuchet MS</vt:lpstr>
      <vt:lpstr>Tw Cen MT</vt:lpstr>
      <vt:lpstr>Circuit</vt:lpstr>
      <vt:lpstr>Sistem pendukung keputusan menggunakan metode weighted product (wp)  untuk menentukan supplier terbaik  di pt. matahari nusantara logistik</vt:lpstr>
      <vt:lpstr>problems</vt:lpstr>
      <vt:lpstr>approach</vt:lpstr>
      <vt:lpstr>Software implementation</vt:lpstr>
      <vt:lpstr>PowerPoint Presentation</vt:lpstr>
      <vt:lpstr>terimakasih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yusron</dc:creator>
  <cp:lastModifiedBy>yusron</cp:lastModifiedBy>
  <cp:revision>16</cp:revision>
  <dcterms:created xsi:type="dcterms:W3CDTF">2022-04-18T14:38:02Z</dcterms:created>
  <dcterms:modified xsi:type="dcterms:W3CDTF">2022-07-14T21:58:29Z</dcterms:modified>
</cp:coreProperties>
</file>